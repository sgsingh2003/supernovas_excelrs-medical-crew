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C506A0-6019-42D7-89B1-9B237D15CBA4}" v="31" dt="2026-01-08T08:51:02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al Kumar Pandit" userId="5c9b549eabfe27b4" providerId="LiveId" clId="{45550F1C-08CB-4AED-A1F1-B77F021A2B7F}"/>
    <pc:docChg chg="undo custSel modSld sldOrd">
      <pc:chgData name="Gopal Kumar Pandit" userId="5c9b549eabfe27b4" providerId="LiveId" clId="{45550F1C-08CB-4AED-A1F1-B77F021A2B7F}" dt="2026-01-08T08:59:10.685" v="1151" actId="14100"/>
      <pc:docMkLst>
        <pc:docMk/>
      </pc:docMkLst>
      <pc:sldChg chg="addSp delSp modSp mod ord">
        <pc:chgData name="Gopal Kumar Pandit" userId="5c9b549eabfe27b4" providerId="LiveId" clId="{45550F1C-08CB-4AED-A1F1-B77F021A2B7F}" dt="2026-01-08T07:59:08.663" v="522" actId="21"/>
        <pc:sldMkLst>
          <pc:docMk/>
          <pc:sldMk cId="491512624" sldId="256"/>
        </pc:sldMkLst>
        <pc:spChg chg="mod">
          <ac:chgData name="Gopal Kumar Pandit" userId="5c9b549eabfe27b4" providerId="LiveId" clId="{45550F1C-08CB-4AED-A1F1-B77F021A2B7F}" dt="2026-01-07T13:50:33.056" v="368" actId="122"/>
          <ac:spMkLst>
            <pc:docMk/>
            <pc:sldMk cId="491512624" sldId="256"/>
            <ac:spMk id="2" creationId="{759CA269-EDFA-8CF0-DAAE-7C5941589EC4}"/>
          </ac:spMkLst>
        </pc:spChg>
        <pc:spChg chg="mod">
          <ac:chgData name="Gopal Kumar Pandit" userId="5c9b549eabfe27b4" providerId="LiveId" clId="{45550F1C-08CB-4AED-A1F1-B77F021A2B7F}" dt="2026-01-07T13:50:41.643" v="369" actId="122"/>
          <ac:spMkLst>
            <pc:docMk/>
            <pc:sldMk cId="491512624" sldId="256"/>
            <ac:spMk id="3" creationId="{125506DC-22F3-5D8D-5304-D5E93CBA42D5}"/>
          </ac:spMkLst>
        </pc:spChg>
        <pc:picChg chg="add mod">
          <ac:chgData name="Gopal Kumar Pandit" userId="5c9b549eabfe27b4" providerId="LiveId" clId="{45550F1C-08CB-4AED-A1F1-B77F021A2B7F}" dt="2026-01-07T14:17:38.372" v="415" actId="14100"/>
          <ac:picMkLst>
            <pc:docMk/>
            <pc:sldMk cId="491512624" sldId="256"/>
            <ac:picMk id="6" creationId="{0D64C485-7B34-E95E-FBBD-981CCDA9739C}"/>
          </ac:picMkLst>
        </pc:picChg>
        <pc:picChg chg="add del mod">
          <ac:chgData name="Gopal Kumar Pandit" userId="5c9b549eabfe27b4" providerId="LiveId" clId="{45550F1C-08CB-4AED-A1F1-B77F021A2B7F}" dt="2026-01-08T07:54:40.333" v="513" actId="21"/>
          <ac:picMkLst>
            <pc:docMk/>
            <pc:sldMk cId="491512624" sldId="256"/>
            <ac:picMk id="7" creationId="{BBAB4BFB-D987-C038-6DD5-9479147C4356}"/>
          </ac:picMkLst>
        </pc:picChg>
        <pc:picChg chg="add del mod">
          <ac:chgData name="Gopal Kumar Pandit" userId="5c9b549eabfe27b4" providerId="LiveId" clId="{45550F1C-08CB-4AED-A1F1-B77F021A2B7F}" dt="2026-01-08T07:59:08.663" v="522" actId="21"/>
          <ac:picMkLst>
            <pc:docMk/>
            <pc:sldMk cId="491512624" sldId="256"/>
            <ac:picMk id="9" creationId="{058BC872-FEC2-3BDF-0489-E4A4C566980C}"/>
          </ac:picMkLst>
        </pc:picChg>
        <pc:cxnChg chg="add mod">
          <ac:chgData name="Gopal Kumar Pandit" userId="5c9b549eabfe27b4" providerId="LiveId" clId="{45550F1C-08CB-4AED-A1F1-B77F021A2B7F}" dt="2026-01-07T13:33:13.828" v="325" actId="14100"/>
          <ac:cxnSpMkLst>
            <pc:docMk/>
            <pc:sldMk cId="491512624" sldId="256"/>
            <ac:cxnSpMk id="5" creationId="{F5B1BBAA-BDB7-A823-6A34-734AD29D3316}"/>
          </ac:cxnSpMkLst>
        </pc:cxnChg>
      </pc:sldChg>
      <pc:sldChg chg="modSp mod">
        <pc:chgData name="Gopal Kumar Pandit" userId="5c9b549eabfe27b4" providerId="LiveId" clId="{45550F1C-08CB-4AED-A1F1-B77F021A2B7F}" dt="2026-01-07T14:25:39.090" v="416" actId="2711"/>
        <pc:sldMkLst>
          <pc:docMk/>
          <pc:sldMk cId="3044597813" sldId="257"/>
        </pc:sldMkLst>
        <pc:spChg chg="mod">
          <ac:chgData name="Gopal Kumar Pandit" userId="5c9b549eabfe27b4" providerId="LiveId" clId="{45550F1C-08CB-4AED-A1F1-B77F021A2B7F}" dt="2026-01-07T14:25:39.090" v="416" actId="2711"/>
          <ac:spMkLst>
            <pc:docMk/>
            <pc:sldMk cId="3044597813" sldId="257"/>
            <ac:spMk id="2" creationId="{A643C2C1-F901-4AC9-F955-ECCCA902D367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3044597813" sldId="257"/>
            <ac:spMk id="3" creationId="{5F8D94B5-16A7-1030-BF5D-BBE613C3C734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3044597813" sldId="257"/>
            <ac:spMk id="4" creationId="{8B700235-3FCA-62B5-C7A5-5417A0153801}"/>
          </ac:spMkLst>
        </pc:spChg>
      </pc:sldChg>
      <pc:sldChg chg="modSp mod">
        <pc:chgData name="Gopal Kumar Pandit" userId="5c9b549eabfe27b4" providerId="LiveId" clId="{45550F1C-08CB-4AED-A1F1-B77F021A2B7F}" dt="2026-01-07T14:27:35.204" v="426" actId="27636"/>
        <pc:sldMkLst>
          <pc:docMk/>
          <pc:sldMk cId="2564041313" sldId="258"/>
        </pc:sldMkLst>
        <pc:spChg chg="mod">
          <ac:chgData name="Gopal Kumar Pandit" userId="5c9b549eabfe27b4" providerId="LiveId" clId="{45550F1C-08CB-4AED-A1F1-B77F021A2B7F}" dt="2026-01-07T14:27:35.204" v="426" actId="27636"/>
          <ac:spMkLst>
            <pc:docMk/>
            <pc:sldMk cId="2564041313" sldId="258"/>
            <ac:spMk id="2" creationId="{C506A4BF-3D57-4CC0-9259-BF8ED296E155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2564041313" sldId="258"/>
            <ac:spMk id="3" creationId="{4146A231-2AC0-BF7F-1CDD-6350DB63D41B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2564041313" sldId="258"/>
            <ac:spMk id="4" creationId="{901E1AC5-C509-2764-064C-D36BCA6F4681}"/>
          </ac:spMkLst>
        </pc:spChg>
      </pc:sldChg>
      <pc:sldChg chg="modSp mod">
        <pc:chgData name="Gopal Kumar Pandit" userId="5c9b549eabfe27b4" providerId="LiveId" clId="{45550F1C-08CB-4AED-A1F1-B77F021A2B7F}" dt="2026-01-07T14:28:07.778" v="429" actId="2711"/>
        <pc:sldMkLst>
          <pc:docMk/>
          <pc:sldMk cId="916854343" sldId="259"/>
        </pc:sldMkLst>
        <pc:spChg chg="mod">
          <ac:chgData name="Gopal Kumar Pandit" userId="5c9b549eabfe27b4" providerId="LiveId" clId="{45550F1C-08CB-4AED-A1F1-B77F021A2B7F}" dt="2026-01-07T14:28:07.778" v="429" actId="2711"/>
          <ac:spMkLst>
            <pc:docMk/>
            <pc:sldMk cId="916854343" sldId="259"/>
            <ac:spMk id="2" creationId="{DB157811-7226-1649-ED9A-1134972FF070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916854343" sldId="259"/>
            <ac:spMk id="3" creationId="{0A76B461-576E-C110-1352-ADA924C2BA55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916854343" sldId="259"/>
            <ac:spMk id="4" creationId="{63BB1563-F283-46C3-DBE9-D37839EE17B7}"/>
          </ac:spMkLst>
        </pc:spChg>
      </pc:sldChg>
      <pc:sldChg chg="modSp mod">
        <pc:chgData name="Gopal Kumar Pandit" userId="5c9b549eabfe27b4" providerId="LiveId" clId="{45550F1C-08CB-4AED-A1F1-B77F021A2B7F}" dt="2026-01-07T14:28:30.890" v="431" actId="122"/>
        <pc:sldMkLst>
          <pc:docMk/>
          <pc:sldMk cId="209630956" sldId="260"/>
        </pc:sldMkLst>
        <pc:spChg chg="mod">
          <ac:chgData name="Gopal Kumar Pandit" userId="5c9b549eabfe27b4" providerId="LiveId" clId="{45550F1C-08CB-4AED-A1F1-B77F021A2B7F}" dt="2026-01-07T14:28:30.890" v="431" actId="122"/>
          <ac:spMkLst>
            <pc:docMk/>
            <pc:sldMk cId="209630956" sldId="260"/>
            <ac:spMk id="2" creationId="{BB51D0A3-1035-7EDA-E729-5EBC7CE4F5AF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209630956" sldId="260"/>
            <ac:spMk id="3" creationId="{32F1C721-C29E-33ED-5040-6E4B0B77B1AD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209630956" sldId="260"/>
            <ac:spMk id="4" creationId="{E4029A07-804A-39E7-CD82-04ADC3A80393}"/>
          </ac:spMkLst>
        </pc:spChg>
      </pc:sldChg>
      <pc:sldChg chg="modSp mod">
        <pc:chgData name="Gopal Kumar Pandit" userId="5c9b549eabfe27b4" providerId="LiveId" clId="{45550F1C-08CB-4AED-A1F1-B77F021A2B7F}" dt="2026-01-07T14:28:58.381" v="435" actId="14100"/>
        <pc:sldMkLst>
          <pc:docMk/>
          <pc:sldMk cId="542593651" sldId="261"/>
        </pc:sldMkLst>
        <pc:spChg chg="mod">
          <ac:chgData name="Gopal Kumar Pandit" userId="5c9b549eabfe27b4" providerId="LiveId" clId="{45550F1C-08CB-4AED-A1F1-B77F021A2B7F}" dt="2026-01-07T14:28:58.381" v="435" actId="14100"/>
          <ac:spMkLst>
            <pc:docMk/>
            <pc:sldMk cId="542593651" sldId="261"/>
            <ac:spMk id="2" creationId="{FA075C35-BA7F-E04E-B47B-D03F29946482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542593651" sldId="261"/>
            <ac:spMk id="3" creationId="{D7388AC7-368A-A7F5-452C-ED8D326AAD92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542593651" sldId="261"/>
            <ac:spMk id="4" creationId="{8C0BADEC-0E92-8965-059A-8D0F09C60BC4}"/>
          </ac:spMkLst>
        </pc:spChg>
      </pc:sldChg>
      <pc:sldChg chg="modSp mod">
        <pc:chgData name="Gopal Kumar Pandit" userId="5c9b549eabfe27b4" providerId="LiveId" clId="{45550F1C-08CB-4AED-A1F1-B77F021A2B7F}" dt="2026-01-07T14:29:14.273" v="437" actId="122"/>
        <pc:sldMkLst>
          <pc:docMk/>
          <pc:sldMk cId="4125534396" sldId="262"/>
        </pc:sldMkLst>
        <pc:spChg chg="mod">
          <ac:chgData name="Gopal Kumar Pandit" userId="5c9b549eabfe27b4" providerId="LiveId" clId="{45550F1C-08CB-4AED-A1F1-B77F021A2B7F}" dt="2026-01-07T14:29:14.273" v="437" actId="122"/>
          <ac:spMkLst>
            <pc:docMk/>
            <pc:sldMk cId="4125534396" sldId="262"/>
            <ac:spMk id="2" creationId="{5B31490D-116D-65E4-4D7F-EFE9F80287DC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4125534396" sldId="262"/>
            <ac:spMk id="3" creationId="{5A8F1C5F-6A11-F003-C8EC-CD435B04DAFC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4125534396" sldId="262"/>
            <ac:spMk id="4" creationId="{4CDF6153-6E53-3831-B715-FD7141341254}"/>
          </ac:spMkLst>
        </pc:spChg>
      </pc:sldChg>
      <pc:sldChg chg="addSp delSp modSp mod">
        <pc:chgData name="Gopal Kumar Pandit" userId="5c9b549eabfe27b4" providerId="LiveId" clId="{45550F1C-08CB-4AED-A1F1-B77F021A2B7F}" dt="2026-01-08T08:59:10.685" v="1151" actId="14100"/>
        <pc:sldMkLst>
          <pc:docMk/>
          <pc:sldMk cId="874034295" sldId="263"/>
        </pc:sldMkLst>
        <pc:spChg chg="mod">
          <ac:chgData name="Gopal Kumar Pandit" userId="5c9b549eabfe27b4" providerId="LiveId" clId="{45550F1C-08CB-4AED-A1F1-B77F021A2B7F}" dt="2026-01-07T14:29:29.452" v="439" actId="122"/>
          <ac:spMkLst>
            <pc:docMk/>
            <pc:sldMk cId="874034295" sldId="263"/>
            <ac:spMk id="2" creationId="{08ACD568-F35D-41EA-84DB-7383D077DE52}"/>
          </ac:spMkLst>
        </pc:spChg>
        <pc:spChg chg="mod">
          <ac:chgData name="Gopal Kumar Pandit" userId="5c9b549eabfe27b4" providerId="LiveId" clId="{45550F1C-08CB-4AED-A1F1-B77F021A2B7F}" dt="2026-01-08T08:58:53.542" v="1150" actId="20577"/>
          <ac:spMkLst>
            <pc:docMk/>
            <pc:sldMk cId="874034295" sldId="263"/>
            <ac:spMk id="3" creationId="{E3F3268D-0BAC-6510-535F-5912FF1F44F1}"/>
          </ac:spMkLst>
        </pc:spChg>
        <pc:spChg chg="del mod">
          <ac:chgData name="Gopal Kumar Pandit" userId="5c9b549eabfe27b4" providerId="LiveId" clId="{45550F1C-08CB-4AED-A1F1-B77F021A2B7F}" dt="2026-01-08T08:05:58.092" v="553" actId="931"/>
          <ac:spMkLst>
            <pc:docMk/>
            <pc:sldMk cId="874034295" sldId="263"/>
            <ac:spMk id="4" creationId="{74B26F6B-4C96-7BD4-8CED-8B8205DF8F5A}"/>
          </ac:spMkLst>
        </pc:spChg>
        <pc:spChg chg="add del mod">
          <ac:chgData name="Gopal Kumar Pandit" userId="5c9b549eabfe27b4" providerId="LiveId" clId="{45550F1C-08CB-4AED-A1F1-B77F021A2B7F}" dt="2026-01-08T08:07:11.179" v="555" actId="931"/>
          <ac:spMkLst>
            <pc:docMk/>
            <pc:sldMk cId="874034295" sldId="263"/>
            <ac:spMk id="10" creationId="{3862A18A-9D75-5200-EF03-BEE970BFE497}"/>
          </ac:spMkLst>
        </pc:spChg>
        <pc:spChg chg="add del mod">
          <ac:chgData name="Gopal Kumar Pandit" userId="5c9b549eabfe27b4" providerId="LiveId" clId="{45550F1C-08CB-4AED-A1F1-B77F021A2B7F}" dt="2026-01-08T08:13:00.157" v="676"/>
          <ac:spMkLst>
            <pc:docMk/>
            <pc:sldMk cId="874034295" sldId="263"/>
            <ac:spMk id="19" creationId="{A44F645A-C511-DD5D-62C3-65629F5CD085}"/>
          </ac:spMkLst>
        </pc:spChg>
        <pc:spChg chg="add del mod">
          <ac:chgData name="Gopal Kumar Pandit" userId="5c9b549eabfe27b4" providerId="LiveId" clId="{45550F1C-08CB-4AED-A1F1-B77F021A2B7F}" dt="2026-01-08T08:34:14.542" v="680" actId="21"/>
          <ac:spMkLst>
            <pc:docMk/>
            <pc:sldMk cId="874034295" sldId="263"/>
            <ac:spMk id="24" creationId="{476BD931-FD34-10A2-E37F-448D0B4545A3}"/>
          </ac:spMkLst>
        </pc:spChg>
        <pc:spChg chg="add del mod">
          <ac:chgData name="Gopal Kumar Pandit" userId="5c9b549eabfe27b4" providerId="LiveId" clId="{45550F1C-08CB-4AED-A1F1-B77F021A2B7F}" dt="2026-01-08T08:39:04.897" v="773"/>
          <ac:spMkLst>
            <pc:docMk/>
            <pc:sldMk cId="874034295" sldId="263"/>
            <ac:spMk id="29" creationId="{970056D6-C0F0-6DCD-145D-5B9F89DC89AE}"/>
          </ac:spMkLst>
        </pc:spChg>
        <pc:spChg chg="add del mod">
          <ac:chgData name="Gopal Kumar Pandit" userId="5c9b549eabfe27b4" providerId="LiveId" clId="{45550F1C-08CB-4AED-A1F1-B77F021A2B7F}" dt="2026-01-08T08:49:53.775" v="945"/>
          <ac:spMkLst>
            <pc:docMk/>
            <pc:sldMk cId="874034295" sldId="263"/>
            <ac:spMk id="32" creationId="{F4F77B91-7E46-09FF-BD16-2F04A4D58009}"/>
          </ac:spMkLst>
        </pc:spChg>
        <pc:picChg chg="add del mod">
          <ac:chgData name="Gopal Kumar Pandit" userId="5c9b549eabfe27b4" providerId="LiveId" clId="{45550F1C-08CB-4AED-A1F1-B77F021A2B7F}" dt="2026-01-08T08:06:27.729" v="554" actId="21"/>
          <ac:picMkLst>
            <pc:docMk/>
            <pc:sldMk cId="874034295" sldId="263"/>
            <ac:picMk id="8" creationId="{28B9ADDD-32C8-57D5-43AB-901FC7F72BC0}"/>
          </ac:picMkLst>
        </pc:picChg>
        <pc:picChg chg="add mod">
          <ac:chgData name="Gopal Kumar Pandit" userId="5c9b549eabfe27b4" providerId="LiveId" clId="{45550F1C-08CB-4AED-A1F1-B77F021A2B7F}" dt="2026-01-08T08:09:07.222" v="563" actId="1076"/>
          <ac:picMkLst>
            <pc:docMk/>
            <pc:sldMk cId="874034295" sldId="263"/>
            <ac:picMk id="12" creationId="{057278C9-4A16-E436-BE7D-8C721E62FB73}"/>
          </ac:picMkLst>
        </pc:picChg>
        <pc:picChg chg="add del mod">
          <ac:chgData name="Gopal Kumar Pandit" userId="5c9b549eabfe27b4" providerId="LiveId" clId="{45550F1C-08CB-4AED-A1F1-B77F021A2B7F}" dt="2026-01-08T08:10:26.583" v="565" actId="21"/>
          <ac:picMkLst>
            <pc:docMk/>
            <pc:sldMk cId="874034295" sldId="263"/>
            <ac:picMk id="14" creationId="{98200859-DFEE-20AD-29BA-381303B8ACB1}"/>
          </ac:picMkLst>
        </pc:picChg>
        <pc:picChg chg="add del mod">
          <ac:chgData name="Gopal Kumar Pandit" userId="5c9b549eabfe27b4" providerId="LiveId" clId="{45550F1C-08CB-4AED-A1F1-B77F021A2B7F}" dt="2026-01-08T08:11:11.952" v="567" actId="21"/>
          <ac:picMkLst>
            <pc:docMk/>
            <pc:sldMk cId="874034295" sldId="263"/>
            <ac:picMk id="16" creationId="{802C0ACD-F1E3-E25A-6560-66D7F1198633}"/>
          </ac:picMkLst>
        </pc:picChg>
        <pc:picChg chg="add mod">
          <ac:chgData name="Gopal Kumar Pandit" userId="5c9b549eabfe27b4" providerId="LiveId" clId="{45550F1C-08CB-4AED-A1F1-B77F021A2B7F}" dt="2026-01-08T08:47:49.717" v="883" actId="1076"/>
          <ac:picMkLst>
            <pc:docMk/>
            <pc:sldMk cId="874034295" sldId="263"/>
            <ac:picMk id="18" creationId="{E7506CCF-A4A8-D68A-5050-AA67CA3076B1}"/>
          </ac:picMkLst>
        </pc:picChg>
        <pc:picChg chg="add del mod">
          <ac:chgData name="Gopal Kumar Pandit" userId="5c9b549eabfe27b4" providerId="LiveId" clId="{45550F1C-08CB-4AED-A1F1-B77F021A2B7F}" dt="2026-01-08T08:33:28.041" v="678" actId="21"/>
          <ac:picMkLst>
            <pc:docMk/>
            <pc:sldMk cId="874034295" sldId="263"/>
            <ac:picMk id="21" creationId="{2B813854-D213-2C27-7E4C-C20796581CCE}"/>
          </ac:picMkLst>
        </pc:picChg>
        <pc:picChg chg="add del mod">
          <ac:chgData name="Gopal Kumar Pandit" userId="5c9b549eabfe27b4" providerId="LiveId" clId="{45550F1C-08CB-4AED-A1F1-B77F021A2B7F}" dt="2026-01-08T08:34:14.542" v="680" actId="21"/>
          <ac:picMkLst>
            <pc:docMk/>
            <pc:sldMk cId="874034295" sldId="263"/>
            <ac:picMk id="23" creationId="{CCE15559-F9A1-A104-D1EE-5B4EBC3B7A12}"/>
          </ac:picMkLst>
        </pc:picChg>
        <pc:picChg chg="add mod">
          <ac:chgData name="Gopal Kumar Pandit" userId="5c9b549eabfe27b4" providerId="LiveId" clId="{45550F1C-08CB-4AED-A1F1-B77F021A2B7F}" dt="2026-01-08T08:51:49.930" v="964" actId="1076"/>
          <ac:picMkLst>
            <pc:docMk/>
            <pc:sldMk cId="874034295" sldId="263"/>
            <ac:picMk id="26" creationId="{33C11DC6-C18D-8316-8ED1-D3A2ADE170F0}"/>
          </ac:picMkLst>
        </pc:picChg>
        <pc:picChg chg="add mod">
          <ac:chgData name="Gopal Kumar Pandit" userId="5c9b549eabfe27b4" providerId="LiveId" clId="{45550F1C-08CB-4AED-A1F1-B77F021A2B7F}" dt="2026-01-08T08:59:10.685" v="1151" actId="14100"/>
          <ac:picMkLst>
            <pc:docMk/>
            <pc:sldMk cId="874034295" sldId="263"/>
            <ac:picMk id="28" creationId="{A12DD07E-2A5A-8C6F-A2F2-BE98214F6D3E}"/>
          </ac:picMkLst>
        </pc:picChg>
        <pc:picChg chg="add mod">
          <ac:chgData name="Gopal Kumar Pandit" userId="5c9b549eabfe27b4" providerId="LiveId" clId="{45550F1C-08CB-4AED-A1F1-B77F021A2B7F}" dt="2026-01-08T08:50:25.234" v="952" actId="1076"/>
          <ac:picMkLst>
            <pc:docMk/>
            <pc:sldMk cId="874034295" sldId="263"/>
            <ac:picMk id="31" creationId="{CC4953CC-C683-3A1B-0A95-10E23339C331}"/>
          </ac:picMkLst>
        </pc:picChg>
        <pc:picChg chg="add mod">
          <ac:chgData name="Gopal Kumar Pandit" userId="5c9b549eabfe27b4" providerId="LiveId" clId="{45550F1C-08CB-4AED-A1F1-B77F021A2B7F}" dt="2026-01-08T08:51:59.518" v="965" actId="1076"/>
          <ac:picMkLst>
            <pc:docMk/>
            <pc:sldMk cId="874034295" sldId="263"/>
            <ac:picMk id="34" creationId="{66684297-75F2-5263-32EC-1EC5D0899ADE}"/>
          </ac:picMkLst>
        </pc:picChg>
      </pc:sldChg>
      <pc:sldChg chg="modSp mod">
        <pc:chgData name="Gopal Kumar Pandit" userId="5c9b549eabfe27b4" providerId="LiveId" clId="{45550F1C-08CB-4AED-A1F1-B77F021A2B7F}" dt="2026-01-07T14:31:29.113" v="499" actId="122"/>
        <pc:sldMkLst>
          <pc:docMk/>
          <pc:sldMk cId="2340557807" sldId="264"/>
        </pc:sldMkLst>
        <pc:spChg chg="mod">
          <ac:chgData name="Gopal Kumar Pandit" userId="5c9b549eabfe27b4" providerId="LiveId" clId="{45550F1C-08CB-4AED-A1F1-B77F021A2B7F}" dt="2026-01-07T14:31:29.113" v="499" actId="122"/>
          <ac:spMkLst>
            <pc:docMk/>
            <pc:sldMk cId="2340557807" sldId="264"/>
            <ac:spMk id="2" creationId="{B6E53645-99B4-ED9B-A6EF-67B10802934E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2340557807" sldId="264"/>
            <ac:spMk id="3" creationId="{41299951-54BF-CA5D-2A7D-B09545DDCEC0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2340557807" sldId="264"/>
            <ac:spMk id="4" creationId="{14E15644-2F67-1BAB-3482-997DDE201101}"/>
          </ac:spMkLst>
        </pc:spChg>
      </pc:sldChg>
      <pc:sldChg chg="modSp mod">
        <pc:chgData name="Gopal Kumar Pandit" userId="5c9b549eabfe27b4" providerId="LiveId" clId="{45550F1C-08CB-4AED-A1F1-B77F021A2B7F}" dt="2026-01-07T14:31:51.247" v="502" actId="122"/>
        <pc:sldMkLst>
          <pc:docMk/>
          <pc:sldMk cId="3962593895" sldId="265"/>
        </pc:sldMkLst>
        <pc:spChg chg="mod">
          <ac:chgData name="Gopal Kumar Pandit" userId="5c9b549eabfe27b4" providerId="LiveId" clId="{45550F1C-08CB-4AED-A1F1-B77F021A2B7F}" dt="2026-01-07T14:31:51.247" v="502" actId="122"/>
          <ac:spMkLst>
            <pc:docMk/>
            <pc:sldMk cId="3962593895" sldId="265"/>
            <ac:spMk id="2" creationId="{83F1D320-2C37-994B-8ACF-3B46CB39F9EC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3962593895" sldId="265"/>
            <ac:spMk id="3" creationId="{5E58064F-547C-9D10-7F86-244B39D9DF2E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3962593895" sldId="265"/>
            <ac:spMk id="4" creationId="{3F9D9796-3A80-33FF-01A1-393490BE5330}"/>
          </ac:spMkLst>
        </pc:spChg>
      </pc:sldChg>
      <pc:sldChg chg="modSp mod">
        <pc:chgData name="Gopal Kumar Pandit" userId="5c9b549eabfe27b4" providerId="LiveId" clId="{45550F1C-08CB-4AED-A1F1-B77F021A2B7F}" dt="2026-01-07T14:51:39.550" v="504" actId="122"/>
        <pc:sldMkLst>
          <pc:docMk/>
          <pc:sldMk cId="365825727" sldId="266"/>
        </pc:sldMkLst>
        <pc:spChg chg="mod">
          <ac:chgData name="Gopal Kumar Pandit" userId="5c9b549eabfe27b4" providerId="LiveId" clId="{45550F1C-08CB-4AED-A1F1-B77F021A2B7F}" dt="2026-01-07T14:51:39.550" v="504" actId="122"/>
          <ac:spMkLst>
            <pc:docMk/>
            <pc:sldMk cId="365825727" sldId="266"/>
            <ac:spMk id="2" creationId="{A95E9CD1-03DC-B8FF-9739-BE18C145EC45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365825727" sldId="266"/>
            <ac:spMk id="3" creationId="{9B1443BF-A1EB-4C55-82FD-1DF9792BF6E9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365825727" sldId="266"/>
            <ac:spMk id="4" creationId="{ADD4EDD4-3D57-FBC7-6D4D-B7A09CA85C1D}"/>
          </ac:spMkLst>
        </pc:spChg>
      </pc:sldChg>
      <pc:sldChg chg="modSp mod">
        <pc:chgData name="Gopal Kumar Pandit" userId="5c9b549eabfe27b4" providerId="LiveId" clId="{45550F1C-08CB-4AED-A1F1-B77F021A2B7F}" dt="2026-01-07T14:51:55.168" v="506" actId="122"/>
        <pc:sldMkLst>
          <pc:docMk/>
          <pc:sldMk cId="3371188013" sldId="267"/>
        </pc:sldMkLst>
        <pc:spChg chg="mod">
          <ac:chgData name="Gopal Kumar Pandit" userId="5c9b549eabfe27b4" providerId="LiveId" clId="{45550F1C-08CB-4AED-A1F1-B77F021A2B7F}" dt="2026-01-07T14:51:55.168" v="506" actId="122"/>
          <ac:spMkLst>
            <pc:docMk/>
            <pc:sldMk cId="3371188013" sldId="267"/>
            <ac:spMk id="2" creationId="{667247E9-EC31-418C-5EAF-65DE6BEFA2BA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3371188013" sldId="267"/>
            <ac:spMk id="3" creationId="{32B50B6B-4A8B-915D-3826-B703F56A99A9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3371188013" sldId="267"/>
            <ac:spMk id="4" creationId="{6033059A-723D-8FD5-6690-8768BEBA2E95}"/>
          </ac:spMkLst>
        </pc:spChg>
      </pc:sldChg>
      <pc:sldChg chg="modSp mod">
        <pc:chgData name="Gopal Kumar Pandit" userId="5c9b549eabfe27b4" providerId="LiveId" clId="{45550F1C-08CB-4AED-A1F1-B77F021A2B7F}" dt="2026-01-07T14:52:08.010" v="508" actId="122"/>
        <pc:sldMkLst>
          <pc:docMk/>
          <pc:sldMk cId="1486024327" sldId="268"/>
        </pc:sldMkLst>
        <pc:spChg chg="mod">
          <ac:chgData name="Gopal Kumar Pandit" userId="5c9b549eabfe27b4" providerId="LiveId" clId="{45550F1C-08CB-4AED-A1F1-B77F021A2B7F}" dt="2026-01-07T14:52:08.010" v="508" actId="122"/>
          <ac:spMkLst>
            <pc:docMk/>
            <pc:sldMk cId="1486024327" sldId="268"/>
            <ac:spMk id="2" creationId="{27C7F180-DD01-23E3-B4F3-3DA53911B4C9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1486024327" sldId="268"/>
            <ac:spMk id="3" creationId="{B5EA31A7-8FF1-6E3D-9D95-20CE9FA8684B}"/>
          </ac:spMkLst>
        </pc:spChg>
        <pc:spChg chg="mod">
          <ac:chgData name="Gopal Kumar Pandit" userId="5c9b549eabfe27b4" providerId="LiveId" clId="{45550F1C-08CB-4AED-A1F1-B77F021A2B7F}" dt="2026-01-07T13:49:21.197" v="367"/>
          <ac:spMkLst>
            <pc:docMk/>
            <pc:sldMk cId="1486024327" sldId="268"/>
            <ac:spMk id="4" creationId="{152BF71A-9458-68D5-9C8C-6B2BC2C64E0E}"/>
          </ac:spMkLst>
        </pc:spChg>
      </pc:sldChg>
      <pc:sldChg chg="modSp mod">
        <pc:chgData name="Gopal Kumar Pandit" userId="5c9b549eabfe27b4" providerId="LiveId" clId="{45550F1C-08CB-4AED-A1F1-B77F021A2B7F}" dt="2026-01-07T14:52:47.691" v="511" actId="14100"/>
        <pc:sldMkLst>
          <pc:docMk/>
          <pc:sldMk cId="1579575408" sldId="269"/>
        </pc:sldMkLst>
        <pc:spChg chg="mod">
          <ac:chgData name="Gopal Kumar Pandit" userId="5c9b549eabfe27b4" providerId="LiveId" clId="{45550F1C-08CB-4AED-A1F1-B77F021A2B7F}" dt="2026-01-07T14:52:47.691" v="511" actId="14100"/>
          <ac:spMkLst>
            <pc:docMk/>
            <pc:sldMk cId="1579575408" sldId="269"/>
            <ac:spMk id="2" creationId="{01245E11-39DE-9BF1-D3E5-5F34437A96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92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8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658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86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94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28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905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099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25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93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52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6FFC9-4820-4F0C-9FA7-8CBDBE8BC94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7C64AB0-954A-4597-91E9-57EA9F2FD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79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hyperlink" Target="https://community.crewai.com/t/trigger-crewai-flow-remotely/7276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fernando-gaitan.com.ar/color-con-opacidad-en-css3/" TargetMode="External"/><Relationship Id="rId11" Type="http://schemas.openxmlformats.org/officeDocument/2006/relationships/hyperlink" Target="https://code.makery.ch/de/library/html-css/part7/" TargetMode="Externa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hyperlink" Target="https://devopedia.org/javascrip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A269-EDFA-8CF0-DAAE-7C5941589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680" y="245807"/>
            <a:ext cx="9811796" cy="894736"/>
          </a:xfrm>
        </p:spPr>
        <p:txBody>
          <a:bodyPr>
            <a:normAutofit/>
          </a:bodyPr>
          <a:lstStyle/>
          <a:p>
            <a:pPr algn="ctr"/>
            <a:r>
              <a:rPr lang="en-IN" sz="5400" u="sng" dirty="0">
                <a:latin typeface="Algerian" panose="04020705040A02060702" pitchFamily="82" charset="0"/>
              </a:rPr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506DC-22F3-5D8D-5304-D5E93CBA4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4080" y="947246"/>
            <a:ext cx="8897396" cy="5191431"/>
          </a:xfrm>
        </p:spPr>
        <p:txBody>
          <a:bodyPr/>
          <a:lstStyle/>
          <a:p>
            <a:r>
              <a:rPr lang="en-IN" sz="3200" b="1" dirty="0">
                <a:latin typeface="Algerian" panose="04020705040A02060702" pitchFamily="82" charset="0"/>
              </a:rPr>
              <a:t>   SUPERNOVAS_EXCELRS-MEDICAL-CREW</a:t>
            </a:r>
          </a:p>
          <a:p>
            <a:pPr algn="l"/>
            <a:endParaRPr lang="en-IN" sz="2000" b="1" dirty="0">
              <a:latin typeface="Bahnschrift" panose="020B0502040204020203" pitchFamily="34" charset="0"/>
            </a:endParaRPr>
          </a:p>
          <a:p>
            <a:pPr algn="l"/>
            <a:r>
              <a:rPr lang="en-IN" sz="2000" b="1" dirty="0">
                <a:latin typeface="Arial Black" panose="020B0A04020102020204" pitchFamily="34" charset="0"/>
              </a:rPr>
              <a:t>SUBTITLE :-</a:t>
            </a:r>
          </a:p>
          <a:p>
            <a:pPr algn="l"/>
            <a:r>
              <a:rPr lang="en-IN" dirty="0">
                <a:latin typeface="Book Antiqua" panose="02040602050305030304" pitchFamily="18" charset="0"/>
              </a:rPr>
              <a:t>Smart Patient Interaction Using AI Agents</a:t>
            </a:r>
          </a:p>
          <a:p>
            <a:pPr algn="l"/>
            <a:endParaRPr lang="en-IN" dirty="0">
              <a:latin typeface="Book Antiqua" panose="02040602050305030304" pitchFamily="18" charset="0"/>
            </a:endParaRPr>
          </a:p>
          <a:p>
            <a:pPr algn="l"/>
            <a:endParaRPr lang="en-IN" dirty="0">
              <a:latin typeface="Book Antiqua" panose="02040602050305030304" pitchFamily="18" charset="0"/>
            </a:endParaRPr>
          </a:p>
          <a:p>
            <a:pPr algn="l"/>
            <a:r>
              <a:rPr lang="en-IN" sz="2000" dirty="0">
                <a:latin typeface="Arial Black" panose="020B0A04020102020204" pitchFamily="34" charset="0"/>
              </a:rPr>
              <a:t>PRESENTED BY :-</a:t>
            </a:r>
          </a:p>
          <a:p>
            <a:pPr algn="l"/>
            <a:r>
              <a:rPr lang="en-IN" dirty="0">
                <a:latin typeface="Book Antiqua" panose="02040602050305030304" pitchFamily="18" charset="0"/>
              </a:rPr>
              <a:t>TEAM - SUPERNOVAS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64C485-7B34-E95E-FBBD-981CCDA97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476" y="-28269"/>
            <a:ext cx="1130523" cy="1058198"/>
          </a:xfrm>
          <a:prstGeom prst="rect">
            <a:avLst/>
          </a:prstGeom>
        </p:spPr>
      </p:pic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3A38E090-0105-F580-9E24-1AB08EB9C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1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3C2C1-F901-4AC9-F955-ECCCA902D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94B5-16A7-1030-BF5D-BBE613C3C7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Healthcare Sector Is Moving Towards Digital Transformation</a:t>
            </a:r>
          </a:p>
          <a:p>
            <a:r>
              <a:rPr lang="en-IN" dirty="0"/>
              <a:t>Patients Face Delay In Getting Basic Medical Guidance</a:t>
            </a:r>
          </a:p>
          <a:p>
            <a:r>
              <a:rPr lang="en-IN" dirty="0"/>
              <a:t>AI Agent Can Provide Instant Support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CC81D-6571-9A5E-A018-1ABFDB4CE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477" y="0"/>
            <a:ext cx="1130523" cy="1058198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A734FB5-6456-B958-48E0-06DA666E2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882CBC5-4324-A63F-D908-305036A7C8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452" y="2010878"/>
            <a:ext cx="4645025" cy="30954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4459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A4BF-3D57-4CC0-9259-BF8ED296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331" y="884902"/>
            <a:ext cx="9605635" cy="698091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6A231-2AC0-BF7F-1CDD-6350DB63D4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Hospitals Receive Thousands Of Patients Queries Daily</a:t>
            </a:r>
          </a:p>
          <a:p>
            <a:r>
              <a:rPr lang="en-IN" dirty="0"/>
              <a:t>Doctors &amp; Staff Members Are Overloaded </a:t>
            </a:r>
          </a:p>
          <a:p>
            <a:r>
              <a:rPr lang="en-IN" dirty="0"/>
              <a:t>Patient Wait For Simple Answers</a:t>
            </a:r>
          </a:p>
          <a:p>
            <a:r>
              <a:rPr lang="en-IN" dirty="0"/>
              <a:t>No 24*7 Support System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B49DD4-D8D1-F354-4127-2BE383E35C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" t="9314" r="1627"/>
          <a:stretch>
            <a:fillRect/>
          </a:stretch>
        </p:blipFill>
        <p:spPr>
          <a:xfrm>
            <a:off x="6708141" y="2082800"/>
            <a:ext cx="4467860" cy="136024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F14D2C-4E1D-CE6E-D6AD-B82493737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2966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4267E5F7-B660-C9F0-C612-BD6D208AF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12A89A-9E89-25E3-45DA-3935DF503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140" y="3443041"/>
            <a:ext cx="4467861" cy="172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4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7811-7226-1649-ED9A-1134972F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331" y="868874"/>
            <a:ext cx="9605635" cy="1059305"/>
          </a:xfrm>
        </p:spPr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6B461-576E-C110-1352-ADA924C2BA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Two AI Agents</a:t>
            </a:r>
          </a:p>
          <a:p>
            <a:endParaRPr lang="en-IN" dirty="0"/>
          </a:p>
          <a:p>
            <a:pPr marL="514350" indent="-514350">
              <a:buAutoNum type="arabicPeriod"/>
            </a:pPr>
            <a:r>
              <a:rPr lang="en-IN" dirty="0"/>
              <a:t>Enquiry Agent (Patient Side)</a:t>
            </a:r>
          </a:p>
          <a:p>
            <a:pPr marL="514350" indent="-514350">
              <a:buAutoNum type="arabicPeriod"/>
            </a:pPr>
            <a:r>
              <a:rPr lang="en-IN" dirty="0"/>
              <a:t>Advisor Agent (Medical Guidance Side)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EB5634-FB59-7833-C8C3-520EE6D2E7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941" y="1928179"/>
            <a:ext cx="4645025" cy="2612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0E1F0E-7921-E6AB-2FB5-0D380517F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477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5B8C8780-1E6D-BE30-4062-D43F846A5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5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D0A3-1035-7EDA-E729-5EBC7CE4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1. Enquiry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C721-C29E-33ED-5040-6E4B0B77B1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Allows Patient To Enter Their Symptoms</a:t>
            </a:r>
          </a:p>
          <a:p>
            <a:r>
              <a:rPr lang="en-IN" dirty="0"/>
              <a:t>Collect Medical History From The Patient</a:t>
            </a:r>
          </a:p>
          <a:p>
            <a:r>
              <a:rPr lang="en-IN" dirty="0"/>
              <a:t>Gathers Basic Details Regarding The Symptoms</a:t>
            </a:r>
          </a:p>
          <a:p>
            <a:r>
              <a:rPr lang="en-IN" dirty="0"/>
              <a:t>Accepts Patient Questions In Easy To Understand Language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638B76-E21A-ED37-029F-51499D6F51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827" y="2010878"/>
            <a:ext cx="4645025" cy="30954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CC4EE0-1558-6FEF-7B2E-52BC2C165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852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FF1815D9-E23B-06CE-4D5B-788167150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5C35-BA7F-E04E-B47B-D03F29946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656" y="845574"/>
            <a:ext cx="9605635" cy="949794"/>
          </a:xfrm>
        </p:spPr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2. Advisor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88AC7-368A-A7F5-452C-ED8D326AAD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Analyses The Patient’s Provided Data</a:t>
            </a:r>
          </a:p>
          <a:p>
            <a:r>
              <a:rPr lang="en-IN" dirty="0"/>
              <a:t>Identifies Possible Causes Of the Symptoms</a:t>
            </a:r>
          </a:p>
          <a:p>
            <a:r>
              <a:rPr lang="en-IN" dirty="0"/>
              <a:t>Suggests Basic Precaution And Self-care Tips</a:t>
            </a:r>
          </a:p>
          <a:p>
            <a:r>
              <a:rPr lang="en-IN" dirty="0"/>
              <a:t>Advises Whether a Doctor’s Visit Is Required Or Not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CEF036-B277-667E-7EEA-A02167ED5F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266" y="2010878"/>
            <a:ext cx="4645025" cy="28252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EF1FC-F595-B62A-3720-4266EFD8A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5291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7CC243B8-4530-E468-7783-875162CE64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9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1490D-116D-65E4-4D7F-EFE9F802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F1C5F-6A11-F003-C8EC-CD435B04DA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Patient – Talks To Enquiry Agent</a:t>
            </a:r>
          </a:p>
          <a:p>
            <a:pPr marL="514350" indent="-514350">
              <a:buAutoNum type="arabicPeriod"/>
            </a:pPr>
            <a:r>
              <a:rPr lang="en-IN" dirty="0"/>
              <a:t>Enquiry Agent – Collects All Data</a:t>
            </a:r>
          </a:p>
          <a:p>
            <a:pPr marL="514350" indent="-514350">
              <a:buAutoNum type="arabicPeriod"/>
            </a:pPr>
            <a:r>
              <a:rPr lang="en-IN" dirty="0"/>
              <a:t>Advisor Agent – Applies Medical Logic</a:t>
            </a:r>
          </a:p>
          <a:p>
            <a:pPr marL="514350" indent="-514350">
              <a:buAutoNum type="arabicPeriod"/>
            </a:pPr>
            <a:r>
              <a:rPr lang="en-IN" dirty="0"/>
              <a:t>Patient – Receives Medical Advice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3D494C-5906-0013-C427-1BF3817613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" t="116" r="64" b="10573"/>
          <a:stretch>
            <a:fillRect/>
          </a:stretch>
        </p:blipFill>
        <p:spPr>
          <a:xfrm>
            <a:off x="6325012" y="2010878"/>
            <a:ext cx="4645025" cy="26090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974315-0F48-1452-8744-96ECB27E5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477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B0F3DDE-B95D-9FE0-1A20-D63377CC9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34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D568-F35D-41EA-84DB-7383D077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3268D-0BAC-6510-535F-5912FF1F44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Frontend :- HTML, CSS, JavaScript, Bootstrap</a:t>
            </a:r>
          </a:p>
          <a:p>
            <a:r>
              <a:rPr lang="en-IN" dirty="0"/>
              <a:t>Backend :- Python</a:t>
            </a:r>
          </a:p>
          <a:p>
            <a:r>
              <a:rPr lang="en-IN" dirty="0"/>
              <a:t>AI Agentic Framework :- Crew AI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E7E00-0B11-F4E3-B4BD-368632841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852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ADC0EE8B-89CC-EC61-F17C-85185CF89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57278C9-4A16-E436-BE7D-8C721E62FB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374" y="2010321"/>
            <a:ext cx="586599" cy="658762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506CCF-A4A8-D68A-5050-AA67CA3076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839496" y="1937257"/>
            <a:ext cx="904627" cy="77576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C11DC6-C18D-8316-8ED1-D3A2ADE170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616" y="2713025"/>
            <a:ext cx="1062866" cy="64291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12DD07E-2A5A-8C6F-A2F2-BE98214F6D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717279" y="2070114"/>
            <a:ext cx="663054" cy="6429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C4953CC-C683-3A1B-0A95-10E23339C3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9471177" y="2070114"/>
            <a:ext cx="663054" cy="6429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6684297-75F2-5263-32EC-1EC5D0899A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269225" y="3399878"/>
            <a:ext cx="570271" cy="53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3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3645-99B4-ED9B-A6EF-67B10802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Benefits Of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951-54BF-CA5D-2A7D-B09545DDC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013" y="2010268"/>
            <a:ext cx="4645152" cy="3448595"/>
          </a:xfrm>
        </p:spPr>
        <p:txBody>
          <a:bodyPr/>
          <a:lstStyle/>
          <a:p>
            <a:r>
              <a:rPr lang="en-IN" dirty="0"/>
              <a:t>24*7 Medical Assistance</a:t>
            </a:r>
          </a:p>
          <a:p>
            <a:r>
              <a:rPr lang="en-IN" dirty="0"/>
              <a:t>Reduced Workload For Doctors</a:t>
            </a:r>
          </a:p>
          <a:p>
            <a:r>
              <a:rPr lang="en-IN" dirty="0"/>
              <a:t>Faster Patient Response</a:t>
            </a:r>
          </a:p>
          <a:p>
            <a:r>
              <a:rPr lang="en-IN" dirty="0"/>
              <a:t>Free Healthcare Guidance</a:t>
            </a:r>
          </a:p>
          <a:p>
            <a:r>
              <a:rPr lang="en-IN" dirty="0"/>
              <a:t>Easy Hospital Management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A9F0D9-B5F3-9158-8BD0-84BED80445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827" y="1939148"/>
            <a:ext cx="4645025" cy="26098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4320C3-7AF3-81ED-83F0-5AEF19B71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477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A3A79788-79D7-69B2-1B34-F9953E980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5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D320-2C37-994B-8ACF-3B46CB3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288" y="868874"/>
            <a:ext cx="9605635" cy="1059305"/>
          </a:xfrm>
        </p:spPr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8064F-547C-9D10-7F86-244B39D9DF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Hospital Enquiry Desk</a:t>
            </a:r>
          </a:p>
          <a:p>
            <a:r>
              <a:rPr lang="en-IN" dirty="0"/>
              <a:t>Telemedicine Platforms</a:t>
            </a:r>
          </a:p>
          <a:p>
            <a:r>
              <a:rPr lang="en-IN" dirty="0"/>
              <a:t>Rural Healthcare Centres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A9AA13-FF46-1037-D0E1-019D743BFF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898" y="2010878"/>
            <a:ext cx="4645025" cy="25231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080E8E-02C1-01BE-CB9F-2E057D3C4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477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143713C3-4246-2860-B7DC-E967A90DA6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93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47E9-EC31-418C-5EAF-65DE6BEF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50B6B-4A8B-915D-3826-B703F56A99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Doctor Appointment Booking</a:t>
            </a:r>
          </a:p>
          <a:p>
            <a:r>
              <a:rPr lang="en-IN" dirty="0"/>
              <a:t>Medical Report Analysis</a:t>
            </a:r>
          </a:p>
          <a:p>
            <a:r>
              <a:rPr lang="en-IN" dirty="0"/>
              <a:t>Voice Based Interaction</a:t>
            </a:r>
          </a:p>
          <a:p>
            <a:r>
              <a:rPr lang="en-IN" dirty="0"/>
              <a:t>Multi-Language Support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362CD47-7E33-9A3E-647C-BC44C1FF5C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452" y="2010878"/>
            <a:ext cx="4645025" cy="30966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586193-19AA-7A23-4C63-66704B6FF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477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BDE8F305-2703-DF40-30B0-D68375795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88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F180-DD01-23E3-B4F3-3DA53911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opperplate Gothic Bold" panose="020E07050202060204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A31A7-8FF1-6E3D-9D95-20CE9FA868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Improve Patient Experience</a:t>
            </a:r>
          </a:p>
          <a:p>
            <a:r>
              <a:rPr lang="en-IN" dirty="0"/>
              <a:t>Reduce Hospital Workload</a:t>
            </a:r>
          </a:p>
          <a:p>
            <a:r>
              <a:rPr lang="en-IN" dirty="0"/>
              <a:t>Supports Doctor Efficiently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C596DC-ECC8-26F4-C8D3-C7C5B28B68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827" y="1913575"/>
            <a:ext cx="4187053" cy="23333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7818F-BFD8-3789-5FB8-885E54B7D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477" y="0"/>
            <a:ext cx="1130523" cy="1058198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35F2B526-00E5-B1D0-748B-5197E8A4CF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24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5E11-39DE-9BF1-D3E5-5F34437A9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727587"/>
            <a:ext cx="10695039" cy="5486400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rgbClr val="C00000"/>
                </a:solidFill>
                <a:latin typeface="Algerian" panose="04020705040A02060702" pitchFamily="82" charset="0"/>
              </a:rPr>
              <a:t>Thank You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A8A8D7-368D-BE23-C61F-9F9293214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477" y="0"/>
            <a:ext cx="1130523" cy="1058198"/>
          </a:xfrm>
          <a:prstGeom prst="rect">
            <a:avLst/>
          </a:prstGeom>
        </p:spPr>
      </p:pic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26B04113-EBD6-B7C2-8997-AF8204E8D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037" y="0"/>
            <a:ext cx="2356877" cy="9828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8B8F08-C2F5-BB28-E6EF-3D1174509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120" y="1976437"/>
            <a:ext cx="6471920" cy="32864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795754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323</TotalTime>
  <Words>242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Algerian</vt:lpstr>
      <vt:lpstr>Arial</vt:lpstr>
      <vt:lpstr>Arial Black</vt:lpstr>
      <vt:lpstr>Bahnschrift</vt:lpstr>
      <vt:lpstr>Book Antiqua</vt:lpstr>
      <vt:lpstr>Copperplate Gothic Bold</vt:lpstr>
      <vt:lpstr>Gill Sans MT</vt:lpstr>
      <vt:lpstr>Gallery</vt:lpstr>
      <vt:lpstr>TITLE</vt:lpstr>
      <vt:lpstr>Introduction </vt:lpstr>
      <vt:lpstr>Problem Statement</vt:lpstr>
      <vt:lpstr>Proposed Solution</vt:lpstr>
      <vt:lpstr>1. Enquiry Agent</vt:lpstr>
      <vt:lpstr>2. Advisor Agent</vt:lpstr>
      <vt:lpstr>System Workflow</vt:lpstr>
      <vt:lpstr>Technologies Used</vt:lpstr>
      <vt:lpstr>Benefits Of System </vt:lpstr>
      <vt:lpstr>Use Cases</vt:lpstr>
      <vt:lpstr>Future Scope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Gopal Kumar Pandit</dc:creator>
  <cp:lastModifiedBy>Gopal Kumar Pandit</cp:lastModifiedBy>
  <cp:revision>9</cp:revision>
  <dcterms:created xsi:type="dcterms:W3CDTF">2026-01-07T05:51:00Z</dcterms:created>
  <dcterms:modified xsi:type="dcterms:W3CDTF">2026-01-08T08:59:10Z</dcterms:modified>
</cp:coreProperties>
</file>